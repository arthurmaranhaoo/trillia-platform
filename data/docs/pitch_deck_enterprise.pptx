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Market Intelligence Hub - Adicionais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O modelo comercial do Market Intelligence Hub agora prevê um add-on exclusivo de IA Generativa. O custo desse add-on VIP para clientes tier-1 é fixado em exatos R$ 45.000 mensais.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2026-03-10T18:01:07Z</dcterms:created>
  <dcterms:modified xsi:type="dcterms:W3CDTF">2026-03-10T18:01:07Z</dcterms:modified>
</cp:coreProperties>
</file>